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4), однако процессы ДУП по ней не описаны, владельцы не закреплены по критериям,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 старте проекта часть процессов не была закреплена ни за одной должностью, а 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62 объекта: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423 критерия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61 объект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Определение, цель и цикл управления — из Методики KT_METHOD v1, обязательной для всех подразделений компании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8349750" cy="8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2050000"/>
            <a:ext cx="834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E1E1E"/>
                </a:solidFill>
                <a:latin typeface="Golos Text Medium"/>
              </a:rPr>
              <a:t>Цикл управления процессом — пять последовательных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10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10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850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0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789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9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29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29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79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Проект ДУП стоит на четвёртом этапе для описанных процессов — мы ищем узкие места и расставляем улучшения по очереди — и возвращается на первый там, где процедуры не существует вовсе.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423 критерия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раньше оптимизации его шагов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границы и показатели процесса не описаны, улучшать их нечем — глава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Состояние зафиксировано по каждому из объектов реестра — это диагноз системы,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объектов из 62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Готовность продукта, передача в сопровождение и открытие филиала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423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 и что получим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Целевое состояние: процессы описаны, измеряются и улучшаются по циклу Методики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1050000"/>
            <a:ext cx="318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4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Восстановить исполнение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125" y="16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Там, где процедура уже описана в методологии, — вернуть её в работу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2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21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Закрыть подлинные пробелы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3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Спроектировать с нуля три процедуры, которых нет ни в одном документе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125" y="28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28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Описать процессы, которыми владеем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30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125" y="35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125" y="35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Оцифровать управляемое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125" y="37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Единая карточка проекта, автопрогноз и интеграции — после того, как процесс исполняется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7125" y="1050000"/>
            <a:ext cx="488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8AB6A"/>
                </a:solidFill>
                <a:latin typeface="Golos Text SemiBold"/>
              </a:rPr>
              <a:t>Что получим за 12 месяцев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7125" y="1410000"/>
            <a:ext cx="254267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9979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Сегодня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333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57125" y="175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Полный пакет документов на старте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9979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7333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57125" y="209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Срок старта проекта после передачи от ДРБ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979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7333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57125" y="243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Заявки на оплату, поданные в срок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9979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7333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7125" y="277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Покрытие портфеля аудитом по чек-листам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979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7333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портфеля за год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57125" y="311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Регулярность прогноза поступлений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979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333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57125" y="345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Доля данных в единой системе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979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фрагментировано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333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125" y="435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Уровень зрелости процессов поднимается с 1 до 3 из 5: паспорт процесса, измеряемые метрики и регулярный цикл улучшений.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задают точку отсчёта.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Владение закреплено у каждого объекта. Пока нет паспорта процесса и замера «до», выгоду от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объекта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 задают точку отсчёта: паспорт и замер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Паспорта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 сквозных процессов и замер «до»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6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20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24 объекта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6 объектов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3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сквозные процессы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4: границы, вход, выход и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фиксируем границу между блоками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 передачи: общий выход реализации и вход сопровождения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13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18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15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паспорта процессов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Проектирование TO-BE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 процесса и границы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 процесса и границы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 процесса и границы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от ДРБ в ДУП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SLA на стык с ЦО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паспорт процесса и замер «до»,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задают точку отсчёта: паспорта процессов и базовая линия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передачи «реализация → сопровождение»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передачи и обязательная дата handover в карточке проекта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строительству и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Положение о контроле качества и паспорт процесса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восстановление исполнения внутри ДУП: матрица кураторов,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0 · месяц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Диагностика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Пилотный аудит филиала и базовая линия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8907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1 · месяцы 2–3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907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Фундамент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Паспорта 1, 2, 4 и чек-лист передачи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810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2 · месяцы 3–6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10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Исполнение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Двенадцать процедур возвращены в работу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7297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3 · месяцы 5–8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297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Проектирование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Три новых регламента и SLA со смежниками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649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4 · месяцы 7–12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649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Цифра и устойчивость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Единая карточка проекта, ВНД v2, KPI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