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Приоритеты реинжиниринга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С чего начинаем и почему именно с этого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разблокируют остальные.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Пока у процесса нет владельца и замера «до», выгоду от его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E94235"/>
                </a:solidFill>
                <a:latin typeface="Golos Text SemiBold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зон без владельца — они блокируют старт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Пять критериев оценки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Балл по каждому от 1 до 5, умножается на вес, приводится к шкале 0–100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210000"/>
            <a:ext cx="250492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210000"/>
            <a:ext cx="83497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210000"/>
            <a:ext cx="50098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8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8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8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5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5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5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32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32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32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9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9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9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06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306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306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125" y="3690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Объекта на 100 баллов в реестре нет — шкала нужна для сравнения объектов между собой, а не для абсолютной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Владелец раньше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роль A не закреплена, спрашивать за результат не с кого — п.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10000"/>
            <a:ext cx="1982437" cy="46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90000"/>
            <a:ext cx="1982437" cy="15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Владение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Закрыть вопрос «кто отвечает» и снять базовую линию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3210000"/>
            <a:ext cx="1982437" cy="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15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110000"/>
            <a:ext cx="1982437" cy="46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90000"/>
            <a:ext cx="1982437" cy="15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3210000"/>
            <a:ext cx="1982437" cy="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14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110000"/>
            <a:ext cx="1982437" cy="46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90000"/>
            <a:ext cx="1982437" cy="15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3210000"/>
            <a:ext cx="1982437" cy="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21 объектов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110000"/>
            <a:ext cx="1982437" cy="46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90000"/>
            <a:ext cx="1982437" cy="156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3210000"/>
            <a:ext cx="1982437" cy="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73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11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24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12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14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вопрос ответственности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Обратная связь по дефектам компонентов → владелец…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Б.5.1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Инициирование, участие в сборе данных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Открытие нового филиала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Управление филиальной сетью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Назначение владельца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владельцы и замер,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закрывают ответственность и снимают базовую линию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4.2.1, 4.2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владельцах зон без ответственного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и запись в матрице ролей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2.0, 2.7, 3.2, Б.5, Б.5.1, Б.5.3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Утверждение целевой оргсхемы и матрицы RACI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Оргсхема и RACI v2, согласованная с ДРБ и Финблоком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ДУП, главный менеджер проектов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1, 2, 3, 3.3,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Назначение главного менеджера проектов с полномочиями процессного офиса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о назначении и должностная инструкция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Утверждённая приказом матрица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3.1, 1.3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6–10 — восстановление исполнения внутри ДУП: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владельцах зон без ответственного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и запись в матрице ролей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целевой оргсхемы и матрицы RACI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Оргсхема и RACI v2, согласованная с ДРБ и Финблоком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Назначение главного менеджера проектов с полномочиями процессного офиса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о назначении и должностная инструкция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